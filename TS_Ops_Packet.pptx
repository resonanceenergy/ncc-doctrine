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TS-Ops Packet – Updated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 + Captain + 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