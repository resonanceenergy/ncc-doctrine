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AE0E-2FCB-D810-EFDF-02EC9B99C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ED47D-4711-2170-A576-05C612A8D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BE2B-0014-A8FC-1ECA-C139D276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F7EE0-33A6-BFD9-EFCF-0D254D64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F3D51-1EBB-B197-3281-DDD00417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804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E4EA-B6AD-F5DB-D475-81C835A2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0B83-CE21-E015-402F-36C8F1892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B8FA-A994-B1F4-477A-8DD60109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6ABE7-0E31-1906-0B68-87228466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F128A-253F-DBEE-2907-C5A8EAF7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475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493F-75E4-BA25-3A16-9EE5059E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05495-2757-CC14-986E-9C5E6B351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5254D-26C7-B2F4-90BA-7A5F3F91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D177C-ADD7-8377-CE1A-F9871B46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57A7A-6999-4665-6BF3-F7EE6B28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025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4FF37-D200-6C5A-AB13-75930B5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DB00-FCC0-A80D-1FAE-A6088A7A9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261CF-B7AE-57B7-E623-1060A8E65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1DAF-8848-33DA-8FA4-EC0FB4E5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8EAF-E36C-ACD1-E4FF-C387FD4C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14713-E11B-15C2-861A-7A64A6AD3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669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5614-A82D-CD66-F0FE-E237FDDCA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D06C6-0C97-55D3-7C3F-173D90FCE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66D35-2A7E-7AF4-3929-4D2991903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C77F5-1660-A5E2-E5A3-86B4D08A3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C0ACE-7136-6DA7-145B-78E40EBEA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8458C-7070-99A5-45E7-1EA0256D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20423-5D94-A6CB-4079-75726892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E789F-BABD-1B95-588B-CEED5EB9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162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99B5-C53F-CE4C-95EE-BEA82810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E34A2-A300-9461-47A3-748B5AB0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D164B-A8DA-E71D-37AB-5A9E6AA3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98695-2534-E630-EBE9-02CBE315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71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C6936-9A4D-D07C-E81C-72A18D0C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AAD52-B1D4-BF5E-C33B-73F2D680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A3A90-C335-F889-0D54-F05EC30B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992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3DE0E-0F1F-481C-509E-9BC99515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3681-AF9D-BD03-92E7-9A9ABC9F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63109-64E1-0B5B-5D61-FEFC8F50E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7161D-5566-13AC-8629-FF20F627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2E5C7-EF45-A2A5-AD82-50E365AD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A62C6-2DAB-5F5A-B17E-DDA9A4BE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145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1420A-7742-F836-EA97-582C07BC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F8057-45BD-10C4-92AF-8B0C3F975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40D76-BC3D-BCA2-BC16-7E8C45FF0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762A7-153B-19FC-6463-4C9950CD4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1910F-8545-E775-018A-F2C4D398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1D6BF-61AE-9E9A-2242-71F2C6C0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05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B700-71A4-3758-1C00-B322EEB7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61E56-BD5D-95F7-28D0-FA3CFBE81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1A500-9036-CF58-AFDF-13C043C38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21F86-757F-62F3-544B-5F5F5BB7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932E1-B830-0AA7-903B-270A8D34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58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A5FBF-27EC-CC29-37DE-0498DFF8B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586B4-DFBC-9A07-640C-A2ADBA31A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FD071-7F1A-60A1-DFAD-F263B45A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48E9D-AA7E-30F3-3CBA-D83090D6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6620C-2587-4770-0BB1-28F0FFF1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174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52A09-41BE-3FBB-6D4A-D854334B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FF448-609A-BB5E-DFDD-318DB223F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C64FC-F332-5BE0-72C1-61CC339AB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E13A3-3B9B-4DBA-B39A-DDB61CFF8ACE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9FCF2-1448-FC1F-62AC-0FF35E0EC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34B4-A084-3576-AE8F-88DDED9FE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09857-03A5-48C3-B590-8D28FF4110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058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44EB-7060-4DA7-BCE3-771320C0F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TS Ops Packet – Situation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745F1-B6FD-0F7D-CDD6-E164306CC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Area/Weather/Terrain</a:t>
            </a:r>
          </a:p>
          <a:p>
            <a:r>
              <a:rPr lang="en-US"/>
              <a:t>Actors: friendly/hostile/unknown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705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A3E0-5D36-FF58-2106-4603177A35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2FFB-1D90-9394-3BA4-3B172D2C7B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5W: Who/What/Where/When/Why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785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D32C-1DBC-1F41-AF1E-ACF895A86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Execution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0097E-2027-5120-B0E9-4824BE497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CONOPS</a:t>
            </a:r>
          </a:p>
          <a:p>
            <a:r>
              <a:rPr lang="en-US"/>
              <a:t>Tasks to sub-units</a:t>
            </a:r>
          </a:p>
          <a:p>
            <a:r>
              <a:rPr lang="en-US"/>
              <a:t>Coordinating instructions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207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8AAB-021E-23FE-684E-E732D5A993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Sustainment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8F85A4-4AF1-2CD3-703B-286B8E662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CA"/>
              <a:t>Supply</a:t>
            </a:r>
          </a:p>
          <a:p>
            <a:r>
              <a:rPr lang="en-CA"/>
              <a:t>Transport</a:t>
            </a:r>
          </a:p>
          <a:p>
            <a:r>
              <a:rPr lang="en-CA"/>
              <a:t>Medical</a:t>
            </a:r>
          </a:p>
          <a:p>
            <a:r>
              <a:rPr lang="en-CA"/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196820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DDC5-9E8F-EF9F-A46C-ECE70974F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Signals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BF87D-A1CA-6442-45DF-F4D485154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Primary/Alt</a:t>
            </a:r>
          </a:p>
          <a:p>
            <a:r>
              <a:rPr lang="en-US"/>
              <a:t>Call signs</a:t>
            </a:r>
          </a:p>
          <a:p>
            <a:r>
              <a:rPr lang="en-US"/>
              <a:t>Brevity</a:t>
            </a:r>
          </a:p>
          <a:p>
            <a:r>
              <a:rPr lang="en-US"/>
              <a:t>Time sync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495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TS Ops Packet – Situation</vt:lpstr>
      <vt:lpstr>Mission</vt:lpstr>
      <vt:lpstr>Execution</vt:lpstr>
      <vt:lpstr>Sustainment</vt:lpstr>
      <vt:lpstr>Signals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Ludwig</dc:creator>
  <cp:lastModifiedBy>Nathan Ludwig</cp:lastModifiedBy>
  <cp:revision>1</cp:revision>
  <dcterms:created xsi:type="dcterms:W3CDTF">2026-01-27T17:19:56Z</dcterms:created>
  <dcterms:modified xsi:type="dcterms:W3CDTF">2026-01-27T17:19:56Z</dcterms:modified>
</cp:coreProperties>
</file>